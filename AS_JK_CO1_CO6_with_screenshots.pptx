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20040"/>
            <a:ext cx="3108960" cy="3108960"/>
          </a:xfrm>
          <a:prstGeom prst="ellipse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2468880"/>
            <a:ext cx="749808" cy="1207008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74736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56448" y="2862072"/>
            <a:ext cx="896112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ORGANIC</a:t>
            </a:r>
          </a:p>
        </p:txBody>
      </p:sp>
      <p:sp>
        <p:nvSpPr>
          <p:cNvPr id="6" name="Oval 5"/>
          <p:cNvSpPr/>
          <p:nvPr/>
        </p:nvSpPr>
        <p:spPr>
          <a:xfrm>
            <a:off x="833932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0508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2468880"/>
            <a:ext cx="749808" cy="1207008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72015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862072"/>
            <a:ext cx="896112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PLASTIC</a:t>
            </a:r>
          </a:p>
        </p:txBody>
      </p:sp>
      <p:sp>
        <p:nvSpPr>
          <p:cNvPr id="11" name="Oval 10"/>
          <p:cNvSpPr/>
          <p:nvPr/>
        </p:nvSpPr>
        <p:spPr>
          <a:xfrm>
            <a:off x="943660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0236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2468880"/>
            <a:ext cx="749808" cy="1207008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69296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51008" y="2862072"/>
            <a:ext cx="896112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METAL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9964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4343400"/>
            <a:ext cx="2240280" cy="658368"/>
          </a:xfrm>
          <a:prstGeom prst="round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12680" y="4096512"/>
            <a:ext cx="822960" cy="905256"/>
          </a:xfrm>
          <a:prstGeom prst="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31552" y="4215384"/>
            <a:ext cx="438912" cy="27432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1080" y="4800600"/>
            <a:ext cx="411480" cy="411480"/>
          </a:xfrm>
          <a:prstGeom prst="ellipse">
            <a:avLst/>
          </a:prstGeom>
          <a:solidFill>
            <a:srgbClr val="09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4800600"/>
            <a:ext cx="411480" cy="411480"/>
          </a:xfrm>
          <a:prstGeom prst="ellipse">
            <a:avLst/>
          </a:prstGeom>
          <a:solidFill>
            <a:srgbClr val="09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731520"/>
            <a:ext cx="3017520" cy="347472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749808"/>
            <a:ext cx="301752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BEGINNER-FRIENDLY JAVA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1371600"/>
            <a:ext cx="7040880" cy="1417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3100" b="1">
                <a:solidFill>
                  <a:srgbClr val="FAFCFF"/>
                </a:solidFill>
                <a:latin typeface="Aptos"/>
              </a:rPr>
              <a:t>MUNICIPAL WASTE
COLLECTION 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090672"/>
            <a:ext cx="6720840" cy="8686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700" b="0">
                <a:solidFill>
                  <a:srgbClr val="C4CFE5"/>
                </a:solidFill>
                <a:latin typeface="Aptos"/>
              </a:rPr>
              <a:t>A simple program that helps decide which bins need pickup and which type of truck should collect them.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70832"/>
            <a:ext cx="1645920" cy="347472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89120"/>
            <a:ext cx="164592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CHECK FULLNESS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78608" y="4370832"/>
            <a:ext cx="1737360" cy="347472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4389120"/>
            <a:ext cx="173736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CHOOSE PRIORITY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4370832"/>
            <a:ext cx="1508760" cy="347472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389120"/>
            <a:ext cx="150876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ASSIGN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943600"/>
            <a:ext cx="8412480" cy="25603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AFCFF"/>
                </a:solidFill>
                <a:latin typeface="Aptos"/>
              </a:rPr>
              <a:t>Team No: __________     Student names &amp; roll numbers: ______________________________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What the program does, in three easy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9728" cy="1600200"/>
          </a:xfrm>
          <a:prstGeom prst="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85415"/>
            <a:ext cx="438912" cy="438912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1.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60904"/>
            <a:ext cx="2926080" cy="7955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Enter the number of bins, fullness percentage and waste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109728" cy="160020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185415"/>
            <a:ext cx="438912" cy="43891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1284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16712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2.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60904"/>
            <a:ext cx="2926080" cy="7955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The program checks how full each bin 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65960"/>
            <a:ext cx="109728" cy="1600200"/>
          </a:xfrm>
          <a:prstGeom prst="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2185415"/>
            <a:ext cx="438912" cy="438912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21284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6712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3.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60904"/>
            <a:ext cx="2926080" cy="7955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It shows pickup priority and the suitable truck type.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7432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7432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" y="4251960"/>
            <a:ext cx="10149840" cy="10058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480560"/>
            <a:ext cx="137160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D35C"/>
                </a:solidFill>
                <a:latin typeface="Aptos"/>
              </a:rPr>
              <a:t>MAIN 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07408"/>
            <a:ext cx="786384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Make waste collection decisions easier, clearer and more organized.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FF7791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Why is this project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Manual collection can waste time when workers do not know which bins need pickup.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" cy="1737360"/>
          </a:xfrm>
          <a:prstGeom prst="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39696"/>
            <a:ext cx="438912" cy="438912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NO CLEAR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15184"/>
            <a:ext cx="2926080" cy="93268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A nearly empty bin may be collected before a full 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109728" cy="1737360"/>
          </a:xfrm>
          <a:prstGeom prst="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139696"/>
            <a:ext cx="438912" cy="438912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6712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12140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EXTRA FUEL &amp;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15184"/>
            <a:ext cx="2926080" cy="93268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Unnecessary trips increase travel and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109728" cy="173736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2139696"/>
            <a:ext cx="438912" cy="43891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67128"/>
            <a:ext cx="438912" cy="34747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21408"/>
            <a:ext cx="245059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WASTE MIX-UP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15184"/>
            <a:ext cx="2926080" cy="93268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Different waste types may need different trucks.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137160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THE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224528"/>
            <a:ext cx="859536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Collect urgent bins first and identify the right truck for each waste type.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How does our program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It uses information entered by the user to make simple collection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93392" y="2304288"/>
            <a:ext cx="914400" cy="91440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2514600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64992"/>
            <a:ext cx="292608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CDCBE"/>
                </a:solidFill>
                <a:latin typeface="Aptos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Read the bin fullness.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9718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2304288"/>
            <a:ext cx="914400" cy="91440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2514600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64992"/>
            <a:ext cx="292608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D35C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Set the pickup priority.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2971800"/>
            <a:ext cx="182881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55279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25711" y="2304288"/>
            <a:ext cx="914400" cy="914400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1" y="2514600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364992"/>
            <a:ext cx="292608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7791"/>
                </a:solidFill>
                <a:latin typeface="Aptos"/>
              </a:rPr>
              <a:t>ASSIGN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Choose the truck by waste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Picture 13" descr="co_pane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How the whole program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Follow the steps from the user's input to the final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2011680"/>
            <a:ext cx="566928" cy="566928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57984"/>
            <a:ext cx="566928" cy="2286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609344" cy="5486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Enter number
of bins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572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2011680"/>
            <a:ext cx="566928" cy="566928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157984"/>
            <a:ext cx="566928" cy="2286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743200"/>
            <a:ext cx="1609344" cy="5486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Enter fullness
and waste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2744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79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33871" y="2011680"/>
            <a:ext cx="566928" cy="566928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1" y="2157984"/>
            <a:ext cx="566928" cy="2286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743200"/>
            <a:ext cx="1609344" cy="5486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Decide pickup
priority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7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2011680"/>
            <a:ext cx="566928" cy="566928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157984"/>
            <a:ext cx="566928" cy="2286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743200"/>
            <a:ext cx="1609344" cy="5486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Choose waste
truck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088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19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97311" y="2011680"/>
            <a:ext cx="566928" cy="566928"/>
          </a:xfrm>
          <a:prstGeom prst="ellipse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7311" y="2157984"/>
            <a:ext cx="566928" cy="2286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7" y="2743200"/>
            <a:ext cx="1609344" cy="5486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Show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343400"/>
            <a:ext cx="9875520" cy="777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4572000"/>
            <a:ext cx="932688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CDCBE"/>
                </a:solidFill>
                <a:latin typeface="Aptos"/>
              </a:rPr>
              <a:t>The program repeats steps 2–5 for every bin.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A sample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These made-up values show how the rules work. Replace them with your actual program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502920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154680" cy="25603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80360" cy="7315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35%
Waste: Organic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2971800" cy="36576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2CDCBE"/>
                </a:solidFill>
                <a:latin typeface="Aptos"/>
              </a:rPr>
              <a:t>Decision: No 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429000" cy="502920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1"/>
            <a:ext cx="3154680" cy="25603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880360" cy="7315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72%
Waste: Plastic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2971800" cy="36576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D35C"/>
                </a:solidFill>
                <a:latin typeface="Aptos"/>
              </a:rPr>
              <a:t>Decision: Schedule soon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429000" cy="502920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84831"/>
            <a:ext cx="3154680" cy="25603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80360" cy="7315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91%
Waste: Metal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794760"/>
            <a:ext cx="2971800" cy="36576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7791"/>
                </a:solidFill>
                <a:latin typeface="Aptos"/>
              </a:rPr>
              <a:t>Decision: Urgent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987552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The priority follows the thresholds shown on the CO 2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What have we learned?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The project uses simple Java ideas to solve a practical community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2267712"/>
            <a:ext cx="914400" cy="91440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496312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CDCBE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Read bin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2267712"/>
            <a:ext cx="914400" cy="91440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496312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D35C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Check how full it 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2267712"/>
            <a:ext cx="914400" cy="914400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496312"/>
            <a:ext cx="9144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33756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7791"/>
                </a:solidFill>
                <a:latin typeface="Aptos"/>
              </a:rPr>
              <a:t>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657600"/>
            <a:ext cx="283464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Choose the right truck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617720"/>
            <a:ext cx="1005840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864608"/>
            <a:ext cx="950976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AFCFF"/>
                </a:solidFill>
                <a:latin typeface="Aptos"/>
              </a:rPr>
              <a:t>Future idea: add sensors and map-based routing to make the system smarter.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Program code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Screenshot 1 shows the complete Java source code; Screenshot 2 shows the program run with sample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14 /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553" y="2000000"/>
            <a:ext cx="6634612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SCREENSHOT 1: JAVA SOURCE CODE</a:t>
            </a:r>
          </a:p>
        </p:txBody>
      </p:sp>
      <p:pic>
        <p:nvPicPr>
          <p:cNvPr id="23" name="Screenshot 1 - Java source code" descr="Screenshot 1 - Java source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53" y="2420000"/>
            <a:ext cx="6634612" cy="339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583165" y="2000000"/>
            <a:ext cx="4021241" cy="38404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SCREENSHOT 2: PROGRAM OUTPUT</a:t>
            </a:r>
          </a:p>
        </p:txBody>
      </p:sp>
      <p:pic>
        <p:nvPicPr>
          <p:cNvPr id="24" name="Screenshot 2 - Program output" descr="Screenshot 2 - Program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65" y="2420000"/>
            <a:ext cx="4021241" cy="339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B78FFF"/>
                </a:solidFill>
                <a:latin typeface="Aptos"/>
              </a:rPr>
              <a:t>SUBMISSION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Geo-tag photo and GitHub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Complete these details before presenting or submitting.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663440" cy="32004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526280"/>
            <a:ext cx="402336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AFCFF"/>
                </a:solidFill>
                <a:latin typeface="Aptos"/>
              </a:rPr>
              <a:t>GEO-TAGGED PROJECT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874519"/>
            <a:ext cx="5303520" cy="32004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194560"/>
            <a:ext cx="2057400" cy="347472"/>
          </a:xfrm>
          <a:prstGeom prst="roundRect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205740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1828800" cy="32004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Include: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3291840" cy="11430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• Java source code
• Short README
• Sample input and output
• Screenshots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297680" cy="27432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D35C"/>
                </a:solidFill>
                <a:latin typeface="Aptos"/>
              </a:rPr>
              <a:t>GitHub URL: __________________________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532120"/>
            <a:ext cx="3383280" cy="45720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CDCBE"/>
                </a:solidFill>
                <a:latin typeface="Aptos"/>
              </a:rPr>
              <a:t>THANK YOU!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rIns="64008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15 / 17</a:t>
            </a:r>
          </a:p>
        </p:txBody>
      </p:sp>
      <p:pic>
        <p:nvPicPr>
          <p:cNvPr id="21" name="Geo-tagged project photo" descr="Geo-tagged photo of the project team, Hyderabad, 16/10/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80" y="2040000"/>
            <a:ext cx="3200000" cy="240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ALL COs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How the concepts connect in one Java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16 / 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160020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7552" y="1764792"/>
            <a:ext cx="777240" cy="329184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2" y="170992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Taking input from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01952" y="213055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`Scanner` and input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160020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56832" y="1764792"/>
            <a:ext cx="777240" cy="329184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170992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Deciding pickup priority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2" y="213055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`if`, `else if`, `else`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301752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7552" y="3182112"/>
            <a:ext cx="777240" cy="329184"/>
          </a:xfrm>
          <a:prstGeom prst="round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12724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Repeating steps for every bin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1952" y="354787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`for` loop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301752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56832" y="3182112"/>
            <a:ext cx="777240" cy="329184"/>
          </a:xfrm>
          <a:prstGeom prst="roundRect">
            <a:avLst/>
          </a:prstGeom>
          <a:solidFill>
            <a:srgbClr val="B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2" y="312724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Keeping bin details together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1232" y="354787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`Bin` class, constructor and objects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443484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87552" y="4599431"/>
            <a:ext cx="777240" cy="329184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01952" y="45445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Recognizing waste types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1952" y="496519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`String` and `switch`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443484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56832" y="4599431"/>
            <a:ext cx="777240" cy="329184"/>
          </a:xfrm>
          <a:prstGeom prst="roundRect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2" y="45445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Grouping bins in a collection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1232" y="496519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`ArrayList&lt;Bin&gt;` and enhanced `for`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RUN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How to run the complete Java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920240"/>
            <a:ext cx="502920" cy="50292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79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47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1. Save the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47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Save the source as MunicipalWasteCollectionOptimizer.java.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79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90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2. Compile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90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Open a terminal in that folder and run: javac MunicipalWasteCollectionOptimizer.java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06240"/>
            <a:ext cx="502920" cy="502920"/>
          </a:xfrm>
          <a:prstGeom prst="ellipse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33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3.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33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Type: java MunicipalWasteCollectionOptimizer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FFD35C"/>
                </a:solidFill>
                <a:latin typeface="Aptos"/>
              </a:rPr>
              <a:t>Note: the examples on CO slides are short teaching snippets. Use the complete .java file for the full working program.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